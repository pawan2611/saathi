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with: 'India has 140 million senior citizens. Most live semi-alone. Not a single product truly serves them in their own language.' Pause. Then show the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chose Track 3 — Everyday Life — because India's senior citizens are the largest underserved population in tech, and their daily struggles are concrete, solvable, and deeply human.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gap: ElliQ in the US costs $250/month and requires English. In India, nothing exists. Not a single app built specifically for senior citizens in Hindi or Hinglish.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Saathi is not a reminder app. It's a relationship. The AI knows Ramesh ji's blood pressure, his heart condition, his doctor's name, and his son's email — and acts on all of it automatically.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users, one product. Ramesh ji needs safety and companionship. Priya needs peace of mind. Saathi serves both simultaneously — the senior uses it, the family benefits from it automatically.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journey is designed so that Ramesh ji barely has to do anything. Saathi proactively reaches out, logs, and alerts. The burden is on the AI, not the senior.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AI key insight: rule-based apps can send reminders. Only a language model can hold a conversation, understand symptoms described in Hinglish, and respond with appropriate care while knowing when to escalate.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design decision was made by asking: 'Can someone with shaky hands, poor eyesight, and zero tech experience use this?' If no — we changed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business case: two users served per install. The senior is the user, the working child is the buyer — they will pay for this because the alternative is quitting their job to move back home.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1 is already built and working. Every phase after this adds a concrete distribution moat — pharmacy partnerships, hospital tie-ins, government health scheme integration make this extremely hard to copy.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with: 'We didn't just build an idea. We built Saathi. It's live, it works, and it speaks Hinglish.' Then if you have a phone, open the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486400" cy="5486400"/>
          </a:xfrm>
          <a:prstGeom prst="ellipse">
            <a:avLst/>
          </a:prstGeom>
          <a:solidFill>
            <a:srgbClr val="FF6B00">
              <a:alpha val="15000"/>
            </a:srgbClr>
          </a:solidFill>
          <a:ln w="12700">
            <a:solidFill>
              <a:srgbClr val="FF6B00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200400"/>
            <a:ext cx="2743200" cy="2743200"/>
          </a:xfrm>
          <a:prstGeom prst="ellipse">
            <a:avLst/>
          </a:prstGeom>
          <a:solidFill>
            <a:srgbClr val="FF6B00">
              <a:alpha val="10000"/>
            </a:srgbClr>
          </a:solidFill>
          <a:ln w="12700">
            <a:solidFill>
              <a:srgbClr val="FF6B00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640080"/>
            <a:ext cx="1005840" cy="1005840"/>
          </a:xfrm>
          <a:prstGeom prst="roundRect">
            <a:avLst>
              <a:gd name="adj" fmla="val 18182"/>
            </a:avLst>
          </a:prstGeom>
          <a:solidFill>
            <a:srgbClr val="FF6B00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64008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🤝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Saathi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548640" y="27889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First AI Senior Life Companion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333756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Voice-first • Hinglish AI • SOS Alerts • Family Dashboard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4206240"/>
            <a:ext cx="2377440" cy="457200"/>
          </a:xfrm>
          <a:prstGeom prst="roundRect">
            <a:avLst>
              <a:gd name="adj" fmla="val 20000"/>
            </a:avLst>
          </a:prstGeom>
          <a:solidFill>
            <a:srgbClr val="FF6B00">
              <a:alpha val="85000"/>
            </a:srgbClr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42062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3 — EVERYDAY LIFE WITH AI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583680" y="384048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Saathi
</a:t>
            </a:r>
            <a:endParaRPr lang="en-US" sz="1500" dirty="0"/>
          </a:p>
          <a:p>
            <a:pPr algn="r" indent="0" marL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Pawan Kumar
</a:t>
            </a:r>
            <a:endParaRPr lang="en-US" sz="1500" dirty="0"/>
          </a:p>
          <a:p>
            <a:pPr algn="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 • MDU Rohtak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CHALLENGE ARE WE TACKLING?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1188720"/>
          </a:xfrm>
          <a:prstGeom prst="roundRect">
            <a:avLst>
              <a:gd name="adj" fmla="val 11538"/>
            </a:avLst>
          </a:prstGeom>
          <a:solidFill>
            <a:srgbClr val="FF6B00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23444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D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3  ·  </a:t>
            </a:r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Everyday Life with AI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2651760" cy="192024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8346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BD5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48640" y="32461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Smarter Work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61188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&amp; automation for professionals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55848" y="2743200"/>
            <a:ext cx="2651760" cy="192024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55848" y="28346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BD5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447288" y="32461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Communities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47288" y="361188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Bridging people through AI-powered experiences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54496" y="2743200"/>
            <a:ext cx="2651760" cy="1920240"/>
          </a:xfrm>
          <a:prstGeom prst="roundRect">
            <a:avLst>
              <a:gd name="adj" fmla="val 5714"/>
            </a:avLst>
          </a:prstGeom>
          <a:solidFill>
            <a:srgbClr val="FFF0E6"/>
          </a:solidFill>
          <a:ln w="25400">
            <a:solidFill>
              <a:srgbClr val="FF6B0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54496" y="28346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6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345936" y="32461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Life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45936" y="361188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solutions for how people actually live in India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EF4444">
              <a:alpha val="10000"/>
            </a:srgbClr>
          </a:solidFill>
          <a:ln w="12700">
            <a:solidFill>
              <a:srgbClr val="EF4444">
                <a:alpha val="1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140 Million Seniors.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 Real Solutions.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4023360" cy="1097280"/>
          </a:xfrm>
          <a:prstGeom prst="roundRect">
            <a:avLst>
              <a:gd name="adj" fmla="val 8333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2194560"/>
            <a:ext cx="640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💊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280160" y="233172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 medicines daily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80160" y="2715768"/>
            <a:ext cx="3063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reminder system built for low-literacy users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2194560"/>
            <a:ext cx="4023360" cy="1097280"/>
          </a:xfrm>
          <a:prstGeom prst="roundRect">
            <a:avLst>
              <a:gd name="adj" fmla="val 8333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3480" y="2194560"/>
            <a:ext cx="640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📵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669280" y="233172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use smartphones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669280" y="2715768"/>
            <a:ext cx="3063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English-only apps with tiny buttons and complex UX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474720"/>
            <a:ext cx="4023360" cy="1097280"/>
          </a:xfrm>
          <a:prstGeom prst="roundRect">
            <a:avLst>
              <a:gd name="adj" fmla="val 8333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474720"/>
            <a:ext cx="640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🏠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280160" y="361188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semi-alone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80160" y="3995928"/>
            <a:ext cx="3063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in other cities, no daily check-in system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46320" y="3474720"/>
            <a:ext cx="4023360" cy="1097280"/>
          </a:xfrm>
          <a:prstGeom prst="roundRect">
            <a:avLst>
              <a:gd name="adj" fmla="val 8333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83480" y="3474720"/>
            <a:ext cx="640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🆘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5669280" y="361188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emergency help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669280" y="3995928"/>
            <a:ext cx="3063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way to alert family instantly during a crisis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0" y="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🤝 Saathi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Senior Life OS — not just reminders,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a complete care ecosystem.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2148840"/>
            <a:ext cx="2697480" cy="1234440"/>
          </a:xfrm>
          <a:prstGeom prst="roundRect">
            <a:avLst>
              <a:gd name="adj" fmla="val 8889"/>
            </a:avLst>
          </a:prstGeom>
          <a:solidFill>
            <a:srgbClr val="EDE9F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2221992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48640" y="265176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Hinglish AI Companion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95351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Gemini-powered chat that speaks like family — knows your medicines, conditions, doctor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355848" y="2148840"/>
            <a:ext cx="2697480" cy="1234440"/>
          </a:xfrm>
          <a:prstGeom prst="roundRect">
            <a:avLst>
              <a:gd name="adj" fmla="val 8889"/>
            </a:avLst>
          </a:prstGeom>
          <a:solidFill>
            <a:srgbClr val="DCFCE7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55848" y="2221992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💊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447288" y="265176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Medicine Tracker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47288" y="295351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reminders, take/missed tracking, refill alerts synced to family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254496" y="2148840"/>
            <a:ext cx="2697480" cy="1234440"/>
          </a:xfrm>
          <a:prstGeom prst="roundRect">
            <a:avLst>
              <a:gd name="adj" fmla="val 8889"/>
            </a:avLst>
          </a:prstGeom>
          <a:solidFill>
            <a:srgbClr val="FEE2E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54496" y="2221992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🆘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345936" y="265176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SOS System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45936" y="295351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location sent instantly via email to all family contacts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3520440"/>
            <a:ext cx="2697480" cy="1234440"/>
          </a:xfrm>
          <a:prstGeom prst="roundRect">
            <a:avLst>
              <a:gd name="adj" fmla="val 8889"/>
            </a:avLst>
          </a:prstGeom>
          <a:solidFill>
            <a:srgbClr val="E0F2F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7200" y="3593592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👨‍👩‍👧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548640" y="402336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Dashboard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432511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daily health updates + weekly summary — family informed without calling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355848" y="3520440"/>
            <a:ext cx="2697480" cy="1234440"/>
          </a:xfrm>
          <a:prstGeom prst="roundRect">
            <a:avLst>
              <a:gd name="adj" fmla="val 8889"/>
            </a:avLst>
          </a:prstGeom>
          <a:solidFill>
            <a:srgbClr val="FEF3C7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355848" y="3593592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🎤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3447288" y="402336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Voice-First UX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447288" y="432511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instead of type — mic input + AI reads replies aloud automatically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254496" y="3520440"/>
            <a:ext cx="2697480" cy="1234440"/>
          </a:xfrm>
          <a:prstGeom prst="roundRect">
            <a:avLst>
              <a:gd name="adj" fmla="val 8889"/>
            </a:avLst>
          </a:prstGeom>
          <a:solidFill>
            <a:srgbClr val="F0FDF4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254496" y="3593592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6345936" y="402336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Vitals Log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45936" y="432511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BP, sugar, weight, SpO2 — tracked and shareable with doctor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USER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840480" cy="356616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08760" y="1371600"/>
            <a:ext cx="1737360" cy="1737360"/>
          </a:xfrm>
          <a:prstGeom prst="ellipse">
            <a:avLst/>
          </a:prstGeom>
          <a:solidFill>
            <a:srgbClr val="FFF0E6"/>
          </a:solidFill>
          <a:ln w="25400">
            <a:solidFill>
              <a:srgbClr val="FF6B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08760" y="1371600"/>
            <a:ext cx="1737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👴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48640" y="3200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Ramesh ji, 67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3566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Citizen — Primary User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388620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alone in Delhi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+ hypertension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Speaks only Hindi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Forgets medicines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Scared of smartphones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1188720"/>
            <a:ext cx="3840480" cy="356616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897880" y="1371600"/>
            <a:ext cx="1737360" cy="1737360"/>
          </a:xfrm>
          <a:prstGeom prst="ellipse">
            <a:avLst/>
          </a:prstGeom>
          <a:solidFill>
            <a:srgbClr val="E0F2FE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97880" y="1371600"/>
            <a:ext cx="1737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👩‍💼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4937760" y="3200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Priya, 35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937760" y="3566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Daughter — Secondary User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83480" y="388620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in Bangalore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Worries daily about father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call every hour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Wants peace of mind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instant SOS alerts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JOURNEY  ·  A Day with Saathi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2697480" cy="1691640"/>
          </a:xfrm>
          <a:prstGeom prst="roundRect">
            <a:avLst>
              <a:gd name="adj" fmla="val 64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207008"/>
            <a:ext cx="457200" cy="457200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070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41832" y="12344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8:00 AM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29768" y="1627632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☀️  Morning Check-in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9768" y="2029968"/>
            <a:ext cx="2487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Saathi greets Ramesh ji in Hinglish. Medicine reminder appears. One tap — done.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64408" y="1097280"/>
            <a:ext cx="2697480" cy="1691640"/>
          </a:xfrm>
          <a:prstGeom prst="roundRect">
            <a:avLst>
              <a:gd name="adj" fmla="val 64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55848" y="1207008"/>
            <a:ext cx="457200" cy="457200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55848" y="12070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86200" y="12344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11:00 AM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74136" y="1627632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AI Chat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74136" y="2029968"/>
            <a:ext cx="2487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Ramesh ji speaks to Saathi about knee pain. Gets simple advice. Told to call doctor if worse.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08776" y="1097280"/>
            <a:ext cx="2697480" cy="1691640"/>
          </a:xfrm>
          <a:prstGeom prst="roundRect">
            <a:avLst>
              <a:gd name="adj" fmla="val 64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00216" y="1207008"/>
            <a:ext cx="457200" cy="457200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0216" y="12070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30568" y="12344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1:00 PM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318504" y="1627632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Vitals Logged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18504" y="2029968"/>
            <a:ext cx="2487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logs BP and sugar. Saathi notes the trend and updates health dashboard.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3017520"/>
            <a:ext cx="2697480" cy="1691640"/>
          </a:xfrm>
          <a:prstGeom prst="roundRect">
            <a:avLst>
              <a:gd name="adj" fmla="val 64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11480" y="3127248"/>
            <a:ext cx="457200" cy="457200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31272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41832" y="31546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3:00 PM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29768" y="3547872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Appointment Booked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29768" y="3950208"/>
            <a:ext cx="2487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Saathi to remember Thursday's cardio checkup. Reminder set automatically.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64408" y="3017520"/>
            <a:ext cx="2697480" cy="1691640"/>
          </a:xfrm>
          <a:prstGeom prst="roundRect">
            <a:avLst>
              <a:gd name="adj" fmla="val 64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355848" y="3127248"/>
            <a:ext cx="457200" cy="457200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55848" y="31272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886200" y="31546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9:00 AM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day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374136" y="3547872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Family Update Sent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374136" y="3950208"/>
            <a:ext cx="2487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 gets auto email — medicines taken, mood logged, BP noted. No call needed.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208776" y="3017520"/>
            <a:ext cx="2697480" cy="1691640"/>
          </a:xfrm>
          <a:prstGeom prst="roundRect">
            <a:avLst>
              <a:gd name="adj" fmla="val 6486"/>
            </a:avLst>
          </a:prstGeom>
          <a:solidFill>
            <a:srgbClr val="FFF5F5"/>
          </a:solidFill>
          <a:ln w="254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300216" y="3127248"/>
            <a:ext cx="457200" cy="4572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00216" y="31272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830568" y="31546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318504" y="3547872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🆘  SOS Triggered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318504" y="3950208"/>
            <a:ext cx="2487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Chest pain. Ramesh taps SOS. Priya gets email with GPS location in seconds.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FF6B00">
              <a:alpha val="12000"/>
            </a:srgbClr>
          </a:solidFill>
          <a:ln w="12700">
            <a:solidFill>
              <a:srgbClr val="FF6B00">
                <a:alpha val="12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EXPERIENCE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AI Creates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Value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920240"/>
            <a:ext cx="594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34440" y="197510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Context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34440" y="224942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knows the user's name, age, conditions, medicines, doctor — every reply is tailored, not generic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670048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670048"/>
            <a:ext cx="594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🗣️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234440" y="27249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in Hinglish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34440" y="29992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'mera sar dard kar raha hai' and responds in the same natural mix seniors actually speak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419856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419856"/>
            <a:ext cx="594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🔊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234440" y="3474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I/O Both Ways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34440" y="3749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 input via Web Speech API + auto-speak TTS — fully usable with zero typing, zero reading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4169664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169664"/>
            <a:ext cx="594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234440" y="4224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Workflows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34440" y="44988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 status → family alert → weekly summary → SOS → GPS — zero manual trigger needed from the senior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46177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783080" y="4617720"/>
            <a:ext cx="1170432" cy="320040"/>
          </a:xfrm>
          <a:prstGeom prst="roundRect">
            <a:avLst>
              <a:gd name="adj" fmla="val 22857"/>
            </a:avLst>
          </a:prstGeom>
          <a:solidFill>
            <a:srgbClr val="FF6B00">
              <a:alpha val="20000"/>
            </a:srgbClr>
          </a:solidFill>
          <a:ln w="12700">
            <a:solidFill>
              <a:srgbClr val="FF6B00">
                <a:alpha val="4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783080" y="4617720"/>
            <a:ext cx="1170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AI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035808" y="4617720"/>
            <a:ext cx="1170432" cy="320040"/>
          </a:xfrm>
          <a:prstGeom prst="roundRect">
            <a:avLst>
              <a:gd name="adj" fmla="val 22857"/>
            </a:avLst>
          </a:prstGeom>
          <a:solidFill>
            <a:srgbClr val="FF6B00">
              <a:alpha val="20000"/>
            </a:srgbClr>
          </a:solidFill>
          <a:ln w="12700">
            <a:solidFill>
              <a:srgbClr val="FF6B00">
                <a:alpha val="4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35808" y="4617720"/>
            <a:ext cx="1170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288536" y="4617720"/>
            <a:ext cx="1170432" cy="320040"/>
          </a:xfrm>
          <a:prstGeom prst="roundRect">
            <a:avLst>
              <a:gd name="adj" fmla="val 22857"/>
            </a:avLst>
          </a:prstGeom>
          <a:solidFill>
            <a:srgbClr val="FF6B00">
              <a:alpha val="20000"/>
            </a:srgbClr>
          </a:solidFill>
          <a:ln w="12700">
            <a:solidFill>
              <a:srgbClr val="FF6B00">
                <a:alpha val="4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88536" y="4617720"/>
            <a:ext cx="1170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541264" y="4617720"/>
            <a:ext cx="1170432" cy="320040"/>
          </a:xfrm>
          <a:prstGeom prst="roundRect">
            <a:avLst>
              <a:gd name="adj" fmla="val 22857"/>
            </a:avLst>
          </a:prstGeom>
          <a:solidFill>
            <a:srgbClr val="FF6B00">
              <a:alpha val="20000"/>
            </a:srgbClr>
          </a:solidFill>
          <a:ln w="12700">
            <a:solidFill>
              <a:srgbClr val="FF6B00">
                <a:alpha val="4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41264" y="4617720"/>
            <a:ext cx="1170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EmailJS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793992" y="4617720"/>
            <a:ext cx="1170432" cy="320040"/>
          </a:xfrm>
          <a:prstGeom prst="roundRect">
            <a:avLst>
              <a:gd name="adj" fmla="val 22857"/>
            </a:avLst>
          </a:prstGeom>
          <a:solidFill>
            <a:srgbClr val="FF6B00">
              <a:alpha val="20000"/>
            </a:srgbClr>
          </a:solidFill>
          <a:ln w="12700">
            <a:solidFill>
              <a:srgbClr val="FF6B00">
                <a:alpha val="4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93992" y="4617720"/>
            <a:ext cx="1170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Speech API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8046720" y="4617720"/>
            <a:ext cx="1170432" cy="320040"/>
          </a:xfrm>
          <a:prstGeom prst="roundRect">
            <a:avLst>
              <a:gd name="adj" fmla="val 22857"/>
            </a:avLst>
          </a:prstGeom>
          <a:solidFill>
            <a:srgbClr val="FF6B00">
              <a:alpha val="20000"/>
            </a:srgbClr>
          </a:solidFill>
          <a:ln w="12700">
            <a:solidFill>
              <a:srgbClr val="FF6B00">
                <a:alpha val="4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46720" y="4617720"/>
            <a:ext cx="1170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Edge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 &amp;  INCLUSIVITY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users who can't read small text, don't speak English, and are afraid of technology.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69164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78308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🇮🇳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+ Hinglish + English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587752"/>
            <a:ext cx="2423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in one tap. AI responds in whichever language the senior uses.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0" y="169164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0" y="178308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🎤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291840" y="228600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Speak, Don't Type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91840" y="2587752"/>
            <a:ext cx="2423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input via mic. No keyboard needed — just talk naturally.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35040" y="169164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035040" y="178308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🔊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126480" y="228600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Reads Back Aloud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26480" y="2587752"/>
            <a:ext cx="2423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 reply has a 'Listen' button + auto-speak mode for full hands-free use.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324612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65760" y="333756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🔴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457200" y="384048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Giant SOS Button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142232"/>
            <a:ext cx="2423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thing visible on Home screen. One tap, no confirmation maze, GPS sent instantly.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0" y="324612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200400" y="333756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📱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3291840" y="384048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UI, High Contrast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91840" y="4142232"/>
            <a:ext cx="2423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Orange-on-white, 17px+ text, big tap targets — zero squinting required.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035040" y="324612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035040" y="333756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🔒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6126480" y="384048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Complex Login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126480" y="4142232"/>
            <a:ext cx="2423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+ PIN. No OTP confusion, no password reset nightmares.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743200"/>
            <a:ext cx="3657600" cy="3657600"/>
          </a:xfrm>
          <a:prstGeom prst="ellipse">
            <a:avLst/>
          </a:prstGeom>
          <a:solidFill>
            <a:srgbClr val="22C55E">
              <a:alpha val="10000"/>
            </a:srgbClr>
          </a:solidFill>
          <a:ln w="12700">
            <a:solidFill>
              <a:srgbClr val="22C55E">
                <a:alpha val="1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 &amp;  REAL-WORLD BENEFITS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2651760" cy="1463040"/>
          </a:xfrm>
          <a:prstGeom prst="roundRect">
            <a:avLst>
              <a:gd name="adj" fmla="val 750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6B00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6012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6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140M+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627632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citizens in India with zero dedicated AI product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355848" y="868680"/>
            <a:ext cx="2651760" cy="1463040"/>
          </a:xfrm>
          <a:prstGeom prst="roundRect">
            <a:avLst>
              <a:gd name="adj" fmla="val 750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EF4444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55848" y="96012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F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₹0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447288" y="1627632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affordable AI senior care solutions in India today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54496" y="868680"/>
            <a:ext cx="2651760" cy="1463040"/>
          </a:xfrm>
          <a:prstGeom prst="roundRect">
            <a:avLst>
              <a:gd name="adj" fmla="val 750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22C55E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54496" y="96012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Users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345936" y="1627632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Served per installation — senior gets care, family gets peace of mind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560320"/>
            <a:ext cx="8229600" cy="530352"/>
          </a:xfrm>
          <a:prstGeom prst="roundRect">
            <a:avLst>
              <a:gd name="adj" fmla="val 12069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560320"/>
            <a:ext cx="502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💊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43000" y="2633472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 adherence improves — seniors reminded daily, family alerted on misses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182112"/>
            <a:ext cx="8229600" cy="530352"/>
          </a:xfrm>
          <a:prstGeom prst="roundRect">
            <a:avLst>
              <a:gd name="adj" fmla="val 12069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182112"/>
            <a:ext cx="502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🧠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43000" y="3255264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Loneliness reduced — AI companion provides daily conversation in familiar language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803904"/>
            <a:ext cx="8229600" cy="530352"/>
          </a:xfrm>
          <a:prstGeom prst="roundRect">
            <a:avLst>
              <a:gd name="adj" fmla="val 12069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803904"/>
            <a:ext cx="502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🆘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143000" y="3877056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response time cut from hours to seconds via instant GPS SOS alerts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425696"/>
            <a:ext cx="8229600" cy="530352"/>
          </a:xfrm>
          <a:prstGeom prst="roundRect">
            <a:avLst>
              <a:gd name="adj" fmla="val 12069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425696"/>
            <a:ext cx="502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👨‍👩‍👧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143000" y="4498848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anxiety reduced — passive daily updates replace constant worried phone calls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POTENTIAL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Saathi goes next →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2651760" cy="3246120"/>
          </a:xfrm>
          <a:prstGeom prst="roundRect">
            <a:avLst>
              <a:gd name="adj" fmla="val 4138"/>
            </a:avLst>
          </a:prstGeom>
          <a:solidFill>
            <a:srgbClr val="FFF0E6"/>
          </a:solidFill>
          <a:ln w="25400">
            <a:solidFill>
              <a:srgbClr val="FF6B0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691640"/>
            <a:ext cx="2468880" cy="384048"/>
          </a:xfrm>
          <a:prstGeom prst="roundRect">
            <a:avLst>
              <a:gd name="adj" fmla="val 16667"/>
            </a:avLst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9164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C5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— Working Demo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542032"/>
            <a:ext cx="23774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 + Firestore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Hinglish AI companion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 email with GPS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daily + weekly updates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in + voice out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64408" y="1600200"/>
            <a:ext cx="2651760" cy="3246120"/>
          </a:xfrm>
          <a:prstGeom prst="roundRect">
            <a:avLst>
              <a:gd name="adj" fmla="val 41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55848" y="1691640"/>
            <a:ext cx="2468880" cy="384048"/>
          </a:xfrm>
          <a:prstGeom prst="roundRect">
            <a:avLst>
              <a:gd name="adj" fmla="val 16667"/>
            </a:avLst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55848" y="169164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55848" y="214884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3–6 Months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01568" y="2542032"/>
            <a:ext cx="23774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 reminders (FCM)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 API for medicine refills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booking via Google Calendar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language support (Tamil, Bengali)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63056" y="1600200"/>
            <a:ext cx="2651760" cy="3246120"/>
          </a:xfrm>
          <a:prstGeom prst="roundRect">
            <a:avLst>
              <a:gd name="adj" fmla="val 41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54496" y="1691640"/>
            <a:ext cx="2468880" cy="384048"/>
          </a:xfrm>
          <a:prstGeom prst="roundRect">
            <a:avLst>
              <a:gd name="adj" fmla="val 16667"/>
            </a:avLst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54496" y="169164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54496" y="214884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6–18 Months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00216" y="2542032"/>
            <a:ext cx="23774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 detection via accelerometer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call with family in-app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Ayushman Bharat health scheme integration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B2B: hospitals + insurance as distribution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6B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1371600"/>
            <a:ext cx="5486400" cy="5486400"/>
          </a:xfrm>
          <a:prstGeom prst="ellipse">
            <a:avLst/>
          </a:prstGeom>
          <a:solidFill>
            <a:srgbClr val="CC5500">
              <a:alpha val="40000"/>
            </a:srgbClr>
          </a:solidFill>
          <a:ln w="12700">
            <a:solidFill>
              <a:srgbClr val="CC5500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2743200"/>
            <a:ext cx="3657600" cy="365760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000000"/>
                </a:solidFill>
              </a:rPr>
              <a:t>🤝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senior deserves a Saathi.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2651760"/>
            <a:ext cx="7132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D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140 million seniors don't need a complicated app.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D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need a companion who speaks their language, remembers their medicines,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D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calls for help when they can't.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977640"/>
            <a:ext cx="2560320" cy="502920"/>
          </a:xfrm>
          <a:prstGeom prst="roundRect">
            <a:avLst>
              <a:gd name="adj" fmla="val 18182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9776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Working Prototype Built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83280" y="3977640"/>
            <a:ext cx="2560320" cy="502920"/>
          </a:xfrm>
          <a:prstGeom prst="roundRect">
            <a:avLst>
              <a:gd name="adj" fmla="val 18182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39776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Real Gemini AI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3977640"/>
            <a:ext cx="2560320" cy="502920"/>
          </a:xfrm>
          <a:prstGeom prst="roundRect">
            <a:avLst>
              <a:gd name="adj" fmla="val 18182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39776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🇮🇳 Hinglish First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D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Pawan Kumar  ·  github.com/pawan2611  ·  pawank2611.vercel.app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Saathi — Senior Life Companion</dc:title>
  <dc:subject>PptxGenJS Presentation</dc:subject>
  <dc:creator>PptxGenJS</dc:creator>
  <cp:lastModifiedBy>PptxGenJS</cp:lastModifiedBy>
  <cp:revision>1</cp:revision>
  <dcterms:created xsi:type="dcterms:W3CDTF">2026-06-28T04:39:19Z</dcterms:created>
  <dcterms:modified xsi:type="dcterms:W3CDTF">2026-06-28T04:39:19Z</dcterms:modified>
</cp:coreProperties>
</file>